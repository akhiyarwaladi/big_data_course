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Google BigQuery: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SQL at Scale di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1 miliar baris dalam 5 detik.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1 TB gratis/bulan. Tanpa server, tanpa CC.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 BigQuery (GRATIS)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Buat Akun BigQuery Sandbox (Tanpa CC!)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Buka console.cloud.google.com/bigquery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Login Gmail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Terima Terms of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Indonesia &gt; Agree &gt; Continue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Buat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Select Project &gt; New &gt; bigdata-kuliah &gt; Create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Buka BigQuery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Menu kiri &gt; BigQuery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SKIP billing!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Tutup prompt billing — sandbox gratis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690872"/>
            <a:ext cx="329184" cy="329184"/>
          </a:xfrm>
          <a:prstGeom prst="ellipse">
            <a:avLst/>
          </a:prstGeom>
          <a:solidFill>
            <a:srgbClr val="AD1457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Selesai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3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1 TB/bulan gratis, 200+ public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BigQuery dari Google Colab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from google.colab import auth; auth.authenticate_user()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Klik link &gt; Login &gt; Grant &gt; Copy code &gt; Paste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PROJECT_ID = 'bigdata-kuliah'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client = bigquery.Client(project=PROJECT_ID)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df = client.query('SELECT ...').to_dataframe()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320040"/>
            <a:ext cx="11521440" cy="6217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Free Tier  BigQuery Sandbox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2286000" cy="27432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1 TB query/bulan GRATIS (ratusan query besar)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10 GB storage GRATIS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200+ public datasets (NYC Taxi, GitHub, Wikipedia)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Tanpa kartu kredit — sandbox otomatis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Tips hemat: SELECT kolom spesifik (BUKAN *)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WHERE filter tanggal -&gt; partition pruning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Cek 'This query will process X GB' sebelum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TEORI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Tradisional vs Cloud Data Warehouse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349240" cy="5577840"/>
          </a:xfrm>
          <a:prstGeom prst="roundRect">
            <a:avLst/>
          </a:prstGeom>
          <a:solidFill>
            <a:srgbClr val="FFEBEE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DB Tradisional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CPU + Disk TERIKAT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Beli server besar = mahal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Butuh DBA maintenance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Bayar 24/7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Analogi: dapur pribadi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5349240" cy="5577840"/>
          </a:xfrm>
          <a:prstGeom prst="roundRect">
            <a:avLst/>
          </a:prstGeom>
          <a:solidFill>
            <a:srgbClr val="E8F5E9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8850"/>
                </a:solidFill>
                <a:latin typeface="Calibri"/>
              </a:rPr>
              <a:t>Cloud DW (BigQuery)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Compute &amp; Storage TERPISAH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Auto-scale ribuan CPU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Serverless, zero maintenance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Bayar per query (1TB gratis!)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Analogi: cloud kitchen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Arsitektur BigQuery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User kirim SQL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-&gt; DREMEL (ribuan CPU paralel, distributed SQL)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-&gt; COLOSSUS (columnar storage, baca kolom saja)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-&gt; Hasil: 1 MILIAR baris dalam 3-5 detik!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SQL Tingkat Lanjut: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CTE: WITH daily AS (...) SELECT FROM daily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Window: LAG, RANK, AVG OVER (moving average)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UNNEST: buka array/nested menjadi baris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APPROX: 100x cepat, error &lt; 1% (untuk data TB)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Pattern: BigQuery (cloud) + DuckDB (local analysis)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PRAKTIKUM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Query NYC Taxi (Puluhan Juta Baris)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SELECT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EXTRACT(HOUR FROM pickup_datetime) AS jam,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COUNT(*) AS trips,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ROUND(AVG(total_amount), 2) AS avg_fare,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ROUND(AVG(tip_amount), 2) AS avg_tip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FROM `bigquery-public-data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.new_york_taxi_trips.tlc_yellow_trips_2022`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WHERE trip_distance &gt; 0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AND total_amount BETWEEN 1 AND 500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GROUP BY jam ORDER BY jam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-- Puluhan JUTA baris dalam 3-5 detik!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Cek estimasi biaya sebelum Run!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282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C62828"/>
                </a:solidFill>
                <a:latin typeface="Calibri"/>
              </a:rPr>
              <a:t>Kesalahan Umum yang Harus Dihindari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SELECT * -&gt; kuota habis cepat! Fix: SELECT kolom spesifik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Query tanpa WHERE tanggal -&gt; scan seluruh tabel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Tidak cek estimasi GB sebelum Run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COUNT(DISTINCT) pada data TB -&gt; lambat. Fix: APPROX_COUNT_DISTINCT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BigQuery = cloud DW, serverless, 1 TB/bulan GRATIS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Sandbox tanpa CC, 200+ public datasets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Dremel (parallel) + Colossus (columnar)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SQL: CTE, Window, UNNEST, APPROX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Pattern: BigQuery + DuckDB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Tugas: Tipping, Weekday vs Weekend, YoY recovery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BigQuery Sandbox: cloud.google.com/bigquery/docs/sandbox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Public Datasets: cloud.google.com/bigquery/public-data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BigQuery+Colab: colab.research.google.com/notebooks/bigquery.ipynb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 BigQuery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GA4 E-Commerce + Stack Overflow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GA4 E-commerce + Stack Overflow | BigQuery Public | Gratis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A: GA4 E-commerce (BigQuery, gratis!)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bigquery-public-data.ga4_obfuscated_sample_ecommerce.events_*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1. Total events/hari 2. Conversion funnel 3. Mobile vs Desktop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B: Stack Overflow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bigquery-public-data.stackoverflow.*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1. Top 20 tags 2. Python vs Java vs JS trend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3. Waktu rata-rata jawaban 4. Top answerers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BONUS: GitHub — bahasa tumbuh tercepat 2020-2024?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