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 Lakehouse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Warehouse + Lake = Lakehouse.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ACID, time travel, medallion.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duckdb polars pyarrow -q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Struktur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bronze/, silver/, gold/, metadata/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Data logistik partitioned by month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Siap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Semua di Colab tanpa cloud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3 Era Penyimpanan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ERA 1: WAREHOUSE (1990-2010)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(+) Rapi, ACID  (-) Mahal, hanya structured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ERA 2: LAKE (2010-2020)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(+) Murah, semua format  (-) 'Data swamp', no ACID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ERA 3: LAKEHOUSE (2020-now)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(+) Murah + ACID + Time Travel + Schema Evolution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Table Formats: Apache Iceberg, Delta Lake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Snowflake, BigQuery, Databricks support Iceberg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Fitur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ACID: semua atau tidak sama sekali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Time Travel: query versi/tanggal lampau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Schema Evolution: tambah kolom tanpa rewrite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Medallion Architecture: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BRONZE (raw) -&gt; SILVER (cleaned) -&gt; GOLD (marts)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Partitioning: query hanya baca data relevan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  month=01/, month=02/ -&gt; partition pruning 12x cepat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Time Travel + Schema 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lh = Lakehouse(path)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lh.write(df_jan, 'January')         # v1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lh.write(df_jan_feb, 'Add Feb')      # v2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lh.write(df_cleaned, 'Remove lost')  # v3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lh.write(df_with_tax, '+tax column') # v4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# Time travel!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old = lh.read(2)  # v2 data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new = lh.read(4)  # latest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# Schema evolution: v4 punya kolom tax &amp; currency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# v1-v3 tidak punya -&gt; backward compatible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Simulasi Apache Iceberg snapshots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Lakehouse = murah + reliable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Iceberg/Delta: ACID, time travel, schema evolution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Partitioning + pruning = query cepat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Medallion: Bronze -&gt; Silver -&gt; Gold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Time travel, Partitioning, Upsert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Iceberg: iceberg.apache.org/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Medallion: databricks.com/glossary/medallion-architecture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DataCo: kaggle.com/datasets/shashwatwork/dataco-smart-supply-chain-for-big-data-analysis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DataCo Supply Chain (180K+)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DataCo Supply Chain | 180K+ orders, 50+ kolom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kaggle.com/datasets/shashwatwork/dataco-smart-supply-chain-for-big-data-analysis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BRONZE: CSV -&gt; partitioned Parquet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SILVER: Clean + 3 snapshots (time travel!)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  Schema evolution: +delivery_delay, +is_late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GOLD: daily_revenue, sla_compliance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QUALITY: 5+ checks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BENCHMARK: partitioned vs non-partitioned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