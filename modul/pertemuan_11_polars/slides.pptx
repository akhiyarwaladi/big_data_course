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885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PERTEMUAN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31520"/>
            <a:ext cx="137160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Polars:</a:t>
            </a:r>
            <a:br/>
            <a:r>
              <a:rPr sz="4000" b="1">
                <a:solidFill>
                  <a:srgbClr val="FFFFFF"/>
                </a:solidFill>
                <a:latin typeface="Calibri"/>
              </a:rPr>
              <a:t>DataFrame Tercepat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BBDEFB"/>
                </a:solidFill>
                <a:latin typeface="Calibri"/>
              </a:rPr>
              <a:t>5-50x &gt; Pandas. Lazy evaluation.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BBDEFB"/>
                </a:solidFill>
                <a:latin typeface="Calibri"/>
              </a:rPr>
              <a:t>Rust backend, Apache Arrow.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90CAF9"/>
                </a:solidFill>
                <a:latin typeface="Calibri"/>
              </a:rPr>
              <a:t>Modern Big Data Engineering | Google Colab | 100% Gratis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1: SETUP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Setup Polars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941832"/>
            <a:ext cx="329184" cy="329184"/>
          </a:xfrm>
          <a:prstGeom prst="ellipse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9611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521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!pip install polars duckdb pyarrow matplotlib -q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691639"/>
            <a:ext cx="329184" cy="329184"/>
          </a:xfrm>
          <a:prstGeom prst="ellipse">
            <a:avLst/>
          </a:prstGeom>
          <a:solidFill>
            <a:srgbClr val="1E8850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19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import polars as pl; import duckdb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441447"/>
            <a:ext cx="329184" cy="329184"/>
          </a:xfrm>
          <a:prstGeom prst="ellipse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7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Cek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print(f'Polars {pl.__version__}')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191255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45535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DuckDB 10M rows -&gt; Parquet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941063"/>
            <a:ext cx="329184" cy="329184"/>
          </a:xfrm>
          <a:prstGeom prst="ellipse">
            <a:avLst/>
          </a:prstGeom>
          <a:solidFill>
            <a:srgbClr val="00697C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953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51375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df = pl.read_parquet('/tmp/ecommerce.parquet')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2: TEORI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Pandas vs Polars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14400"/>
            <a:ext cx="5349240" cy="5577840"/>
          </a:xfrm>
          <a:prstGeom prst="roundRect">
            <a:avLst/>
          </a:prstGeom>
          <a:solidFill>
            <a:srgbClr val="FFEBEE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62828"/>
                </a:solidFill>
                <a:latin typeface="Calibri"/>
              </a:rPr>
              <a:t>Pandas (2008)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NumPy backend, single-threaded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Eager only, 1GB -&gt; 5-10GB RAM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String ops lambat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Index: loc[], iloc[]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Cocok: &lt; 1M baris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914400"/>
            <a:ext cx="5349240" cy="5577840"/>
          </a:xfrm>
          <a:prstGeom prst="roundRect">
            <a:avLst/>
          </a:prstGeom>
          <a:solidFill>
            <a:srgbClr val="E8F5E9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8850"/>
                </a:solidFill>
                <a:latin typeface="Calibri"/>
              </a:rPr>
              <a:t>Polars (2021)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41732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Rust backend, multi-threaded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Lazy+Eager, 1GB -&gt; 1.5GB RAM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String 10x cepat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Expression: pl.col('x')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Cocok: 1-100M+ baris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Lazy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EAGER: filter-&gt;scan1, group-&gt;scan2, sort-&gt;scan3 = 3x scan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LAZY: filter-&gt;catat, group-&gt;catat, sort-&gt;catat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.collect() -&gt; OPTIMASI + 1x scan!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Optimasi otomatis: predicate pushdown, projection pushdown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scan_parquet: baca HANYA kolom &amp; baris yang dibutuhkan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pl.scan_parquet('data.parquet').filter(...).select(...).collect()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Hemat memory DAN waktu!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RFM Segmentasi Pelanggan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R = Recency: kapan terakhir belanja?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F = Frequency: seberapa sering?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M = Monetary: total uang dihabiskan?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Score 1-5 per dimensi (qcut):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FM '55' = VIP (sering + banyak uang)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FM '11' = At risk (jarang + sedikit)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Teknik NYATA di Tokopedia, Shopee, GoJek!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3: PRAKTIKUM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Polars: GroupBy + RFM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11612880" cy="4572000"/>
          </a:xfrm>
          <a:prstGeom prst="roundRect">
            <a:avLst/>
          </a:prstGeom>
          <a:solidFill>
            <a:srgbClr val="1E1E2E"/>
          </a:solidFill>
          <a:ln/>
        </p:spPr>
        <p:txBody>
          <a:bodyPr rtlCol="0" anchor="ctr" wrap="square" lIns="228600" tIns="137160" rIns="228600"/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df = pl.read_parquet('/tmp/ecommerce.parquet')</a:t>
            </a:r>
            <a:br/>
            <a:br/>
            <a:r>
              <a:rPr sz="1200">
                <a:solidFill>
                  <a:srgbClr val="CDD6F4"/>
                </a:solidFill>
                <a:latin typeface="Consolas"/>
              </a:rPr>
              <a:t># Group By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df.filter(pl.col('status')=='delivered').group_by('kota').agg(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pl.len().alias('orders'),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pl.col('harga').mean().round(0).alias('avg_harga'),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).sort('orders', descending=True)</a:t>
            </a:r>
            <a:br/>
            <a:br/>
            <a:r>
              <a:rPr sz="1200">
                <a:solidFill>
                  <a:srgbClr val="CDD6F4"/>
                </a:solidFill>
                <a:latin typeface="Consolas"/>
              </a:rPr>
              <a:t># RFM (lazy mode!)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rfm = (df.lazy().filter(pl.col('status')=='delivered')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.group_by('user_id').agg(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 pl.len().alias('frequency'),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 (pl.col('harga')*pl.col('qty')).sum().alias('monetary'))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.with_columns(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 pl.col('frequency').qcut(5, labels=['1','2','3','4','5'],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     allow_duplicates=True).alias('f_score'))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.collect())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5577840"/>
            <a:ext cx="11612880" cy="502920"/>
          </a:xfrm>
          <a:prstGeom prst="roundRect">
            <a:avLst/>
          </a:prstGeom>
          <a:solidFill>
            <a:srgbClr val="E3F2FD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596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A73E8"/>
                </a:solidFill>
                <a:latin typeface="Calibri"/>
              </a:rPr>
              <a:t>pl.len() bukan pl.count()! allow_duplicates=True wajib!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Benchmark (10M rows)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Filter+GroupBy: Pandas 2.8s | Polars 0.15s (19x) | DuckDB 0.08s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Multi-step: Pandas 4.1s | Polars 0.22s (19x) | DuckDB 0.10s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&lt; 1M -&gt; Pandas OK | 1-100M Python -&gt; Polars | SQL -&gt; DuckDB | &gt; 100M -&gt; BigQuery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6282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C62828"/>
                </a:solidFill>
                <a:latin typeface="Calibri"/>
              </a:rPr>
              <a:t>Kesalahan Umum yang Harus Dihindari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pl.count() DEPRECATED -&gt; gunakan pl.len()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qcut tanpa allow_duplicates=True -&gt; CRASH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pl.Utf8 DEPRECATED -&gt; gunakan pl.String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read_parquet boros -&gt; gunakan scan_parquet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Lupa .collect() di akhir lazy -&gt; tidak ada output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885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Ringkasan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164592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Polars = Rust, 5-50x &gt; Pandas, lazy evaluation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scan_parquet: baca tanpa load semua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RFM &amp; Cohort: segmentasi pelanggan industri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Tugas: Pola hari, Market basket, CLV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Referensi &amp; Bahan Belajar Mandiri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Polars: docs.pola.rs/user-guide/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Cheat Sheet PDF: franzdiebold.github.io/polars-cheat-sheet/Polars_cheat_sheet.pdf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Olist: kaggle.com/datasets/olistbr/brazilian-ecommerce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STUDI KASUS &amp; TUGAS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4360"/>
            <a:ext cx="137160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Studi Kasus: E-Commerce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E0B2"/>
                </a:solidFill>
                <a:latin typeface="Calibri"/>
              </a:rPr>
              <a:t>Gunakan dataset NYATA — kerjakan di Google Colab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E0B2"/>
                </a:solidFill>
                <a:latin typeface="Calibri"/>
              </a:rPr>
              <a:t>Kumpulkan notebook (.ipynb) + screenshot hasil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212121"/>
                </a:solidFill>
                <a:latin typeface="Calibri"/>
              </a:rPr>
              <a:t>Olist 100K Orders + Online Retail 1M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31520"/>
            <a:ext cx="11612880" cy="731520"/>
          </a:xfrm>
          <a:prstGeom prst="roundRect">
            <a:avLst/>
          </a:prstGeom>
          <a:solidFill>
            <a:srgbClr val="FFF3E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Olist 100K + Online Retail 1.07M | Kaggle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1430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A: Olist — kaggle.com/datasets/olistbr/brazilian-ecommerce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9 tabel, join, RFM, review vs delivery time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B: Online Retail II — kaggle.com/datasets/mashlyn/online-retail-ii-uci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1.07M rows, CLV, cohort, Pandas vs Polars benchmark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