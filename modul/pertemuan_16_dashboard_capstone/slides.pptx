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196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PERTEMUAN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31520"/>
            <a:ext cx="137160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Dashboard &amp;</a:t>
            </a:r>
            <a:br/>
            <a:r>
              <a:rPr sz="4000" b="1">
                <a:solidFill>
                  <a:srgbClr val="FFFFFF"/>
                </a:solidFill>
                <a:latin typeface="Calibri"/>
              </a:rPr>
              <a:t>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BBDEFB"/>
                </a:solidFill>
                <a:latin typeface="Calibri"/>
              </a:rPr>
              <a:t>Streamlit + DuckDB = Dashboard.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BBDEFB"/>
                </a:solidFill>
                <a:latin typeface="Calibri"/>
              </a:rPr>
              <a:t>End-to-end: data -&gt; insight.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90CAF9"/>
                </a:solidFill>
                <a:latin typeface="Calibri"/>
              </a:rPr>
              <a:t>Modern Big Data Engineering | Google Colab | 100% Gratis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1: SETUP STREAMLIT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Setup Streamlit di Colab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941832"/>
            <a:ext cx="329184" cy="329184"/>
          </a:xfrm>
          <a:prstGeom prst="ellipse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9611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5214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!pip install streamlit &amp;&amp; !npm install -g localtunnel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691639"/>
            <a:ext cx="329184" cy="329184"/>
          </a:xfrm>
          <a:prstGeom prst="ellipse">
            <a:avLst/>
          </a:prstGeom>
          <a:solidFill>
            <a:srgbClr val="1E8850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19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Tulis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%%writefile app.py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441447"/>
            <a:ext cx="329184" cy="329184"/>
          </a:xfrm>
          <a:prstGeom prst="ellipse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7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517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!streamlit run app.py &amp;&gt;/content/logs.txt &amp;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191255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45535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Tunnel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015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!npx localtunnel --port 8501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3941063"/>
            <a:ext cx="329184" cy="329184"/>
          </a:xfrm>
          <a:prstGeom prst="ellipse">
            <a:avLst/>
          </a:prstGeom>
          <a:solidFill>
            <a:srgbClr val="00697C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9534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Buka URL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51375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https://xxxxx.loca.lt di browser baru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4690872"/>
            <a:ext cx="329184" cy="329184"/>
          </a:xfrm>
          <a:prstGeom prst="ellipse">
            <a:avLst/>
          </a:prstGeom>
          <a:solidFill>
            <a:srgbClr val="AD1457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4515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Password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01183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!curl ipv4.icanhazip.com -&gt; masukkan 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Alternatif (Tanpa Colab)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Opsi 1: Laptop — pip install streamlit; streamlit run app.py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Opsi 2: Streamlit Cloud — push GitHub, share.streamlit.io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Opsi 3: HuggingFace Spaces — SDK Streamlit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Opsi 4: Colab+localtunnel (hari ini) — URL temporary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2: STREAMLIT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API Dasar Streamlit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11612880" cy="4572000"/>
          </a:xfrm>
          <a:prstGeom prst="roundRect">
            <a:avLst/>
          </a:prstGeom>
          <a:solidFill>
            <a:srgbClr val="1E1E2E"/>
          </a:solidFill>
          <a:ln/>
        </p:spPr>
        <p:txBody>
          <a:bodyPr rtlCol="0" anchor="ctr" wrap="square" lIns="228600" tIns="137160" rIns="228600"/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import streamlit as st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import duckdb</a:t>
            </a:r>
            <a:br/>
            <a:br/>
            <a:r>
              <a:rPr sz="1200">
                <a:solidFill>
                  <a:srgbClr val="CDD6F4"/>
                </a:solidFill>
                <a:latin typeface="Consolas"/>
              </a:rPr>
              <a:t>st.title('TokoKita Dashboard')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st.metric('Revenue', 'Rp 50M', '+25%')</a:t>
            </a:r>
            <a:br/>
            <a:br/>
            <a:r>
              <a:rPr sz="1200">
                <a:solidFill>
                  <a:srgbClr val="CDD6F4"/>
                </a:solidFill>
                <a:latin typeface="Consolas"/>
              </a:rPr>
              <a:t>con = duckdb.connect('data.duckdb', read_only=True)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df = con.sql('SELECT * FROM daily_summary').df()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st.dataframe(df)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st.bar_chart(df.set_index('tanggal')['revenue'])</a:t>
            </a:r>
            <a:br/>
            <a:br/>
            <a:r>
              <a:rPr sz="1200">
                <a:solidFill>
                  <a:srgbClr val="CDD6F4"/>
                </a:solidFill>
                <a:latin typeface="Consolas"/>
              </a:rPr>
              <a:t>import plotly.express as px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fig = px.bar(df, x='kategori', y='revenue', color='kategori')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st.plotly_chart(fig, use_container_width=True)</a:t>
            </a:r>
            <a:br/>
            <a:br/>
            <a:r>
              <a:rPr sz="1200">
                <a:solidFill>
                  <a:srgbClr val="CDD6F4"/>
                </a:solidFill>
                <a:latin typeface="Consolas"/>
              </a:rPr>
              <a:t>kota = st.multiselect('Kota', ['Jakarta','Surabaya'])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harga = st.slider('Harga', 0, 1000000, (0, 500000))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5577840"/>
            <a:ext cx="11612880" cy="502920"/>
          </a:xfrm>
          <a:prstGeom prst="roundRect">
            <a:avLst/>
          </a:prstGeom>
          <a:solidFill>
            <a:srgbClr val="E3F2FD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596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A73E8"/>
                </a:solidFill>
                <a:latin typeface="Calibri"/>
              </a:rPr>
              <a:t>Filter berubah -&gt; Streamlit auto re-run -&gt; chart update!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Komponen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1. KPI Cards: st.metric('Revenue', 'Rp 50M', '+25%')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2. Filter: st.selectbox, st.multiselect, st.slider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3. Charts: plotly px.bar, px.line, px.pie (interaktif!)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4. Data Table: st.dataframe(df) — sort &amp; search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5. SQL Explorer: st.text_area + con.sql(query).df()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3: CAPSTONE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Arsitektur End-to-End (P9-P16)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P9: DuckDB (query)     P10: BigQuery (cloud)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P11: Polars (DataFrame) P12: dbt (pipeline)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P13: Stream (real-time) P14: Lakehouse (storage)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P15: RAG+VectorDB (AI)  P16: Streamlit (dashboard)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CAPSTONE = gabungkan 3-5 komponen!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3 Opsi Capstone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14400"/>
            <a:ext cx="5349240" cy="5577840"/>
          </a:xfrm>
          <a:prstGeom prst="roundRect">
            <a:avLst/>
          </a:prstGeom>
          <a:solidFill>
            <a:srgbClr val="FFEBEE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62828"/>
                </a:solidFill>
                <a:latin typeface="Calibri"/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A. E-Commerce Analytics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 Data -&gt; DuckDB -&gt; dbt -&gt; Dashboard+Chatbot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B. IoT Monitoring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 Sensor -&gt; anomaly -&gt; alert dashboard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C. Social Media Intelligence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 Stream -&gt; trending -&gt; sentiment+chatbot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914400"/>
            <a:ext cx="5349240" cy="5577840"/>
          </a:xfrm>
          <a:prstGeom prst="roundRect">
            <a:avLst/>
          </a:prstGeom>
          <a:solidFill>
            <a:srgbClr val="E8F5E9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8850"/>
                </a:solidFill>
                <a:latin typeface="Calibri"/>
              </a:rPr>
              <a:t>Deliverables &amp; Penilaian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41732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1. Architecture diagram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2. Working code (Colab/GitHub)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3. Presentasi 10 menit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4. Live demo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Architecture: 30% | Implementation: 40%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Presentation: 20% | Creativity: 10%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885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Ringkasan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164592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Modern Big Data Stack 2025: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Query: DuckDB, BigQuery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DataFrame: Polars | Pipeline: dbt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Storage: Lakehouse | AI: RAG+VectorDB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Dashboard: Streamlit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Selamat menyelesaikan Big Data!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Referensi &amp; Bahan Belajar Mandiri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Streamlit: docs.streamlit.io/develop/quick-reference/cheat-sheet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Jakarta: data.jakarta.go.id/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BPS: bps.go.id/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Zoomcamp: github.com/DataTalksClub/data-engineering-zoomcamp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STUDI KASUS &amp; TUGAS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4360"/>
            <a:ext cx="137160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Studi Kasus: Dashboard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474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E0B2"/>
                </a:solidFill>
                <a:latin typeface="Calibri"/>
              </a:rPr>
              <a:t>Gunakan dataset NYATA — kerjakan di Google Colab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E0B2"/>
                </a:solidFill>
                <a:latin typeface="Calibri"/>
              </a:rPr>
              <a:t>Kumpulkan notebook (.ipynb) + screenshot hasil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212121"/>
                </a:solidFill>
                <a:latin typeface="Calibri"/>
              </a:rPr>
              <a:t>Jakarta Open Data + BPS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31520"/>
            <a:ext cx="11612880" cy="731520"/>
          </a:xfrm>
          <a:prstGeom prst="roundRect">
            <a:avLst/>
          </a:prstGeom>
          <a:solidFill>
            <a:srgbClr val="FFF3E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Jakarta Open Data + BPS | Data resmi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11430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A: data.jakarta.go.id/ — kependudukan, transportasi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Min 4 komponen: KPI, bar, line, filter + SQL explorer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B: bps.go.id/ + data.go.id/ — 34 provinsi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IPM, kemiskinan, pengangguran | ranking + scatter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Trend 5 tahun, auto-insight, min 5 chart + 3 filter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