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PERTEMUAN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DuckDB:</a:t>
            </a:r>
            <a:br/>
            <a:r>
              <a:rPr sz="4000" b="1">
                <a:solidFill>
                  <a:srgbClr val="FFFFFF"/>
                </a:solidFill>
                <a:latin typeface="Calibri"/>
              </a:rPr>
              <a:t>Database Analitik Modern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Query 10 juta baris dalam hitungan detik.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Pengganti Hadoop/Spark untuk analytics modern.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0CAF9"/>
                </a:solidFill>
                <a:latin typeface="Calibri"/>
              </a:rPr>
              <a:t>Modern Big Data Engineering | Google Colab | 100% Gratis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1: SETUP &amp; PERSIAPAN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Setup Google Colab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Buka colab.research.google.com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Login Google/Gmail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Klik New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File &gt; New notebook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Shortcut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Shift+Enter = run. Ctrl+Enter = run tanpa pindah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Auto-save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Google Drive &gt; Colab Notebooks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Free GPU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Runtime &gt; Change runtime &gt; T4 GPU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Install DuckDB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Cell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!pip install duckdb polars pyarrow -q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import duckdb, time, os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Cell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con = duckdb.connect()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Cell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con.sql("SELECT 'Ready!'").show()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Selesai!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Lanjut ke praktikum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320040"/>
            <a:ext cx="11521440" cy="6217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Tips  Google Colab untuk Mahasiswa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2286000" cy="27432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Data /content/ HILANG saat disconnect — simpan ke Drive!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from google.colab import drive; drive.mount('/content/drive')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Upload file: klik folder icon di sidebar &gt; Upload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Colab pre-install: pandas, numpy, matplotlib, scikit-learn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Jangan idle &gt; 90 menit — auto disconnect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Runtime restart = semua variabel hilang — run ulang dari cell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2: TEORI &amp; KONSEP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Evolusi Teknologi Big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2006-2012: ERA HADOOP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Google MapReduce -&gt; Hadoop (HDFS + MapReduce)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Butuh cluster server, tim DevOps besar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2012-2020: ERA SPARK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10-100x lebih cepat (in-memory processing)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Masih butuh cluster, JVM, berat di Colab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2020-sekarang: ERA MODERN DATA STACK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Cloud-native (BigQuery, Snowflake)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DuckDB — analytics di laptop, GRATIS, super cepat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Polars — DataFrame 10-50x lebih cepat dari Pandas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74320"/>
            <a:ext cx="11521440" cy="6263640"/>
          </a:xfrm>
          <a:prstGeom prst="roundRect">
            <a:avLst/>
          </a:prstGeom>
          <a:solidFill>
            <a:srgbClr val="FFF8E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6A1B9A"/>
                </a:solidFill>
                <a:latin typeface="Calibri"/>
              </a:rPr>
              <a:t>Tahukah Anda?  Volume Data Kehidupan Sehari-hari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2286000" cy="27432"/>
          </a:xfrm>
          <a:prstGeom prst="rect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GoJek/Grab: ~8 juta order/hari di Indonesia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Tokopedia: ratusan juta transaksi/bulan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Instagram: 95 juta foto/video di-upload per hari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YouTube: 500 jam video di-upload setiap MENIT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WhatsApp: 100 miliar pesan/hari di seluruh dunia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Semua ini tidak bisa diproses Excel atau Pandas!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Butuh Big Data tools — tapi tidak harus serumit Hadoop.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Spark di Colab vs DuckDB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5349240" cy="5577840"/>
          </a:xfrm>
          <a:prstGeom prst="roundRect">
            <a:avLst/>
          </a:prstGeom>
          <a:solidFill>
            <a:srgbClr val="FFEBEE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Apache 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Setup 5-10 menit, sering gagal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Startup PySpark: 30-60 detik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Query 5M: 1-3 menit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Sering Out-of-Memory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JVM error tidak jelas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Butuh 4-8 GB RAM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Mahasiswa frustrasi debug infra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914400"/>
            <a:ext cx="5349240" cy="5577840"/>
          </a:xfrm>
          <a:prstGeom prst="roundRect">
            <a:avLst/>
          </a:prstGeom>
          <a:solidFill>
            <a:srgbClr val="E8F5E9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8850"/>
                </a:solidFill>
                <a:latin typeface="Calibri"/>
              </a:rPr>
              <a:t>DuckDB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pip install duckdb (3 detik)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Zero startup time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Query 5M: &lt; 1 detik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Sangat hemat memory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Error message jelas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Butuh &lt; 500 MB RAM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Fokus KONSEP, bukan infra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320040"/>
            <a:ext cx="11521440" cy="6217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Universitas  Top Sudah Beralih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2286000" cy="27432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UC Berkeley Data 101: Spark -&gt; BigQuery &amp; Snowflake (paper ACM)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MIT 6.S079: +RAG, embeddings, LLM ke kurikulum Big Data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Harvard CS265 (2026): +NoSQL, LLM, RAG di Big Data &amp; AI Systems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Stanford: Menghentikan CS245 Data-Intensive Systems (2024)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Kita belajar KONSEP SAMA dengan tools lebih modern!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Apa Itu DuckDB?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Database analitik in-process — jalan DI DALAM Python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(SQLite untuk transaksi, DuckDB untuk analytics)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Fitur utama: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Columnar storage — hanya baca kolom yang di-SELECT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Multi-threaded — otomatis pakai SEMUA CPU core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Query file langsung — CSV, Parquet, JSON tanpa import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SQL standard — GROUP BY, JOIN, Window Functions, CTE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Dipakai: Google, Meta, Netflix, MotherDuck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100% open source (MIT license), gratis selamanya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Columnar vs Row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5349240" cy="5577840"/>
          </a:xfrm>
          <a:prstGeom prst="roundRect">
            <a:avLst/>
          </a:prstGeom>
          <a:solidFill>
            <a:srgbClr val="FFEBEE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Row-based (CSV, MySQL)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Data disimpan per BARIS: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[Andi, Jakarta, 25000]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[Budi, Bandung, 18000]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SELECT AVG(tarif)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-&gt; Baca SEMUA kolom!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-&gt; Buang-buang I/O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Cocok: INSERT/UPDATE (OLTP)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914400"/>
            <a:ext cx="5349240" cy="5577840"/>
          </a:xfrm>
          <a:prstGeom prst="roundRect">
            <a:avLst/>
          </a:prstGeom>
          <a:solidFill>
            <a:srgbClr val="E8F5E9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8850"/>
                </a:solidFill>
                <a:latin typeface="Calibri"/>
              </a:rPr>
              <a:t>Columnar (Parquet, DuckDB)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Data disimpan per KOLOM: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nama:  [Andi, Budi]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kota:  [Jakarta, Bandung]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tarif: [25000, 18000]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SELECT AVG(tarif)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-&gt; Baca tarif SAJA!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-&gt; 5-10x lebih cepat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Cocok: Analytics (OLAP)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Parquet vs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CSV: text, lambat, besar, tidak ada tipe data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Parquet: binary columnar, cepat, kecil, typed, compressed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Perbandingan 10 juta baris: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CSV:     ~800 MB  |  Read+Query: 3.2 detik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Parquet: ~120 MB  |  Read+Query: 0.3 detik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-&gt; Parquet 6.7x lebih kecil, 10x lebih cepat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Parquet = standar industri: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BigQuery, Snowflake, Spark, DuckDB, Polars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Aturan: SELALU simpan data besar sebagai Parquet!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3: PRAKTIKUM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Generate 10 Juta Baris GoRide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con.sql(f"""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CREATE TABLE trips AS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WITH rng AS (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SELECT row_number() OVER () AS rn,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   random() AS r_kota, random() AS r_layanan,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   random() AS r_tarif_v, random() AS r_status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FROM generate_series(1, 10000000)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SELECT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'TRIP-' || LPAD(CAST(rn AS VARCHAR), 9, '0') AS trip_id,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CASE WHEN r_kota &lt; 0.28 THEN 'Jakarta'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 WHEN r_kota &lt; 0.43 THEN 'Surabaya'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 WHEN r_kota &lt; 0.55 THEN 'Bandung' ... END AS kota,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ROUND(r_tarif_v * 43000 + 7000, -2) AS tarif,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CASE WHEN r_status &lt; 0.84 THEN 'completed' ... END AS status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FROM rng""")  # ~5 detik!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CTE random() per kolom -&gt; distribusi akurat. Tanpa CTE distribusi miring!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SQL: GROUP BY + Window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-- Revenue per kota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SELECT kota, COUNT(*) AS trips,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ROUND(SUM(tarif)/1e9, 2) AS rev_miliar,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ROUND(AVG(rating), 2) AS avg_rating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FROM trips WHERE status = 'completed'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GROUP BY kota ORDER BY rev_miliar DESC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-- Trend harian + Moving Average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WITH harian AS (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SELECT waktu::DATE AS tgl, SUM(tarif) AS rev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FROM trips WHERE status='completed' GROUP BY tgl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SELECT tgl, rev,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AVG(rev) OVER (ORDER BY tgl ROWS 6 PRECEDING) AS ma7,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rev - LAG(rev) OVER (ORDER BY tgl) AS delta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FROM harian ORDER BY tgl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Query 10 juta baris &lt; 1 detik!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Benchmark DuckDB vs Pandas (10M rows)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Test 1 - GROUP BY:  Pandas 2.1s  DuckDB 0.08s  -&gt; 26x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Test 2 - Filter+Sort: Pandas 1.5s  DuckDB 0.05s  -&gt; 30x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Test 3 - Window Func: Pandas 0.8s  DuckDB 0.02s  -&gt; 40x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Kenapa DuckDB lebih cepat?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1. Columnar: skip kolom tidak diperlukan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2. Multi-threaded: semua CPU paralel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3. Vectorized: proses batch, bukan row-by-row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4. Query optimizer: strategi terbaik otomatis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6282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C62828"/>
                </a:solidFill>
                <a:latin typeface="Calibri"/>
              </a:rPr>
              <a:t>Kesalahan Umum yang Harus Dihindari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SELECT * pada data besar -&gt; lambat &amp; boros memory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Fix: SELECT hanya kolom yang dibutuhkan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Data besar disimpan CSV -&gt; lambat &amp; boros disk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Fix: Convert ke Parquet (COPY TO ... FORMAT PARQUET)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Pandas untuk &gt; 5M baris -&gt; lambat atau OOM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Fix: DuckDB (SQL) atau Polars (Python)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random() di setiap CASE WHEN -&gt; distribusi miring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Fix: Generate random() 1x di CTE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74320"/>
            <a:ext cx="11521440" cy="6263640"/>
          </a:xfrm>
          <a:prstGeom prst="roundRect">
            <a:avLst/>
          </a:prstGeom>
          <a:solidFill>
            <a:srgbClr val="E0F2F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0697C"/>
                </a:solidFill>
                <a:latin typeface="Calibri"/>
              </a:rPr>
              <a:t>Diskusi &amp; Pertanyaan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2286000" cy="27432"/>
          </a:xfrm>
          <a:prstGeom prst="rect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1. Kenapa DuckDB lebih cepat dari Pandas?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   (columnar, multi-threaded, vectorized)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2. Kapan tetap pakai Pandas?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   (data kecil, familiar, integrasi scikit-learn)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3. Apa bedanya GROUP BY dan Window Function?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   (GROUP BY mengurangi baris, Window tidak)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4. Kenapa Parquet lebih kecil dari CSV?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   (columnar compression, encoding, tipe data)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Ringkasan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DuckDB = analitik modern, zero setup, 20-50x &gt; Pandas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Columnar storage: baca kolom yang dibutuhkan saja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Parquet: standar industri (7x kecil, 10x cepat vs CSV)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SQL modern: GROUP BY, Window Functions, CTE, FILTER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Query file langsung: CSV/Parquet tanpa import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Tugas: Cancellation rate, Efektivitas promo, Peak hour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Referensi &amp; Bahan Belajar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DuckDB Docs: duckdb.org/docs/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Why DuckDB: duckdb.org/why_duckdb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Tutorial: motherduck.com/blog/duckdb-tutorial-for-beginners/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NYC Taxi (Parquet): nyc.gov/site/tlc/about/tlc-trip-record-data.page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STUDI KASUS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Studi Kasus:</a:t>
            </a:r>
            <a:br/>
            <a:r>
              <a:rPr sz="3600" b="1">
                <a:solidFill>
                  <a:srgbClr val="FFFFFF"/>
                </a:solidFill>
                <a:latin typeface="Calibri"/>
              </a:rPr>
              <a:t>Transportasi Dunia Nyata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Gunakan dataset NYATA — kerjakan di Google Colab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Kumpulkan notebook (.ipynb) + screenshot hasil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12121"/>
                </a:solidFill>
                <a:latin typeface="Calibri"/>
              </a:rPr>
              <a:t>NYC Taxi (60M Baris) + Uber &amp; Lyft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1612880" cy="731520"/>
          </a:xfrm>
          <a:prstGeom prst="roundRect">
            <a:avLst/>
          </a:prstGeom>
          <a:solidFill>
            <a:srgbClr val="FFF3E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NYC Taxi 60M rows (Parquet) + Uber&amp;Lyft 693K rows (CSV)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Dataset A: NYC Taxi — nyc.gov/site/tlc/about/tlc-trip-record-data.page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1. Load Parquet langsung (tanpa CREATE TABLE)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2. Rata-rata tarif per jam? Jam paling mahal?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3. Top 10 zona pickup. 4. Tip &gt; 20%? Per metode bayar?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5. Moving average 7 hari + RANK hari tertinggi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Dataset B: Uber &amp; Lyft — kaggle.com/datasets/brllrb/uber-and-lyft-dataset-boston-ma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1. Harga Uber vs Lyft per layanan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2. Harga naik saat hujan? (weather correlation)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3. Jam &amp; hari surge tertinggi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4. 10 km perjalanan: Uber atau Lyft lebih murah?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