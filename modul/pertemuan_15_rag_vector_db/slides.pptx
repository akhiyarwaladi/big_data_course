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D1457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PERTEMUAN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31520"/>
            <a:ext cx="137160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RAG + Vector Database:</a:t>
            </a:r>
            <a:br/>
            <a:r>
              <a:rPr sz="4000" b="1">
                <a:solidFill>
                  <a:srgbClr val="FFFFFF"/>
                </a:solidFill>
                <a:latin typeface="Calibri"/>
              </a:rPr>
              <a:t>AI Data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BBDEFB"/>
                </a:solidFill>
                <a:latin typeface="Calibri"/>
              </a:rPr>
              <a:t>AI berbasis DATA Anda.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BBDEFB"/>
                </a:solidFill>
                <a:latin typeface="Calibri"/>
              </a:rPr>
              <a:t>Embeddings, ChromaDB, Semantic Search.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90CAF9"/>
                </a:solidFill>
                <a:latin typeface="Calibri"/>
              </a:rPr>
              <a:t>Modern Big Data Engineering | Google Colab | 100% Gratis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1: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Setup ChromaDB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941832"/>
            <a:ext cx="329184" cy="329184"/>
          </a:xfrm>
          <a:prstGeom prst="ellipse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9611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521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!pip install chromadb sentence-transformers duckdb polars -q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691639"/>
            <a:ext cx="329184" cy="329184"/>
          </a:xfrm>
          <a:prstGeom prst="ellipse">
            <a:avLst/>
          </a:prstGeom>
          <a:solidFill>
            <a:srgbClr val="1E885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19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Model 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~80 MB otomatis, tunggu 30 detik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441447"/>
            <a:ext cx="329184" cy="329184"/>
          </a:xfrm>
          <a:prstGeom prst="ellipse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7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client = chromadb.Client()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191255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45535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Collection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client.get_or_create_collection('my_kb')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941063"/>
            <a:ext cx="329184" cy="329184"/>
          </a:xfrm>
          <a:prstGeom prst="ellipse">
            <a:avLst/>
          </a:prstGeom>
          <a:solidFill>
            <a:srgbClr val="00697C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953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51375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CPU/GPU (BUKAN TPU — crash!)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320040"/>
            <a:ext cx="11521440" cy="6217920"/>
          </a:xfrm>
          <a:prstGeom prst="roundRect">
            <a:avLst/>
          </a:prstGeom>
          <a:solidFill>
            <a:srgbClr val="E3F2FD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Tips  Teknis Penting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2286000" cy="27432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get_or_create_collection (bukan create) -&gt; aman re-run!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Data HILANG saat disconnect (in-memory)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Persist: PersistentClient(path='/content/drive/...')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Error: !pip install tokenizers --upgrade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Model all-MiniLM-L6-v2: kecil, multilingual, gratis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2: TEORI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Kenapa Big Data +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AI TANPA data = halusinasi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Data TANPA AI = insight manual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LLM tidak tahu: data internal, info terbaru, FAQ perusahaan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RAG: cari dokumen dari data Anda -&gt; masukkan ke LLM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LLM jawab berdasarkan FAKTA!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Harvard &amp; MIT sekarang ajarkan RAG di kelas Big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RAG: Retrieve -&gt; Augment -&gt; Generate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User: 'Ongkir ke Surabaya?'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1. RETRIEVE: cari dokumen mirip di Vector DB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 -&gt; 'Regular Rp 8.000, Express Rp 15.000'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2. AUGMENT: masukkan ke prompt LLM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3. GENERATE: LLM jawab dari konteks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 -&gt; Jawaban AKURAT dari data perusahaan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Tanpa RAG: 'Ongkir sekitar 15-25rb' (MENGARANG!)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Embeddings &amp; Vector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Embedding = representasi numerik MAKNA (384 dimensi)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'kucing lucu' ~ 'cat cute' (mirip! beda bahasa)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'kucing lucu' != 'mobil cepat' (beda jauh)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Semantic search: cari MAKNA bukan keyword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'harga iPhone' juga temukan 'Apple smartphone $999'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ChromaDB: open source, in-process, cocok belajar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Pinecone: managed, free tier, production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3: PRAKTIKUM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Knowledge Base + 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11612880" cy="4572000"/>
          </a:xfrm>
          <a:prstGeom prst="roundRect">
            <a:avLst/>
          </a:prstGeom>
          <a:solidFill>
            <a:srgbClr val="1E1E2E"/>
          </a:solidFill>
          <a:ln/>
        </p:spPr>
        <p:txBody>
          <a:bodyPr rtlCol="0" anchor="ctr" wrap="square" lIns="228600" tIns="137160" rIns="228600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import chromadb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client = chromadb.Client()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col = client.get_or_create_collection('tokokita_kb')</a:t>
            </a:r>
            <a:br/>
            <a:br/>
            <a:r>
              <a:rPr sz="1200">
                <a:solidFill>
                  <a:srgbClr val="CDD6F4"/>
                </a:solidFill>
                <a:latin typeface="Consolas"/>
              </a:rPr>
              <a:t>col.add(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documents=['Pengembalian: 7 hari, kondisi asli.',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        'Pengiriman: Regular 8K, Express 15K, Same Day 25K.',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        'Gratis ongkir min Rp 100.000 Regular.'],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ids=['ret1','ship1','ship2'],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metadatas=[{'cat':'kebijakan'},{'cat':'pengiriman'},{'cat':'pengiriman'}])</a:t>
            </a:r>
            <a:br/>
            <a:br/>
            <a:r>
              <a:rPr sz="1200">
                <a:solidFill>
                  <a:srgbClr val="CDD6F4"/>
                </a:solidFill>
                <a:latin typeface="Consolas"/>
              </a:rPr>
              <a:t># Semantic search!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results = col.query(query_texts=['berapa ongkir?'], n_results=2)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# Filtered: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results = col.query(query_texts=['kirim'], where={'cat':'pengiriman'})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5577840"/>
            <a:ext cx="11612880" cy="502920"/>
          </a:xfrm>
          <a:prstGeom prst="roundRect">
            <a:avLst/>
          </a:prstGeom>
          <a:solidFill>
            <a:srgbClr val="E3F2FD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596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A73E8"/>
                </a:solidFill>
                <a:latin typeface="Calibri"/>
              </a:rPr>
              <a:t>ChromaDB otomatis embed documents &amp; query!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6282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C62828"/>
                </a:solidFill>
                <a:latin typeface="Calibri"/>
              </a:rPr>
              <a:t>Kesalahan Umum yang Harus Dihindari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create_collection -&gt; ERROR re-run! Fix: get_or_create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Chunk terlalu besar -&gt; retrieval kurang presisi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Fix: max 500 karakter per dokumen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Threshold relevance terlalu rendah -&gt; jawab irrelevant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885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Ringkasan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164592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RAG = Retrieve + Augment + Generate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Embeddings = numerik makna teks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Semantic search: MAKNA bukan keyword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ChromaDB: open source, gratis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Pipeline -&gt; Vector DB -&gt; RAG -&gt; Chatbot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Tugas: Expand KB, Evaluasi, Multi-turn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Referensi &amp; Bahan Belajar Mandiri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ChromaDB: docs.trychroma.com/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RAG: learnbybuilding.ai/tutorial/rag-from-scratch/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Indonesian NLP: github.com/Wikidepia/indonesian_datasets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STUDI KASUS &amp; TUGAS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4360"/>
            <a:ext cx="137160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Studi Kasus: RAG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E0B2"/>
                </a:solidFill>
                <a:latin typeface="Calibri"/>
              </a:rPr>
              <a:t>Gunakan dataset NYATA — kerjakan di Google Colab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E0B2"/>
                </a:solidFill>
                <a:latin typeface="Calibri"/>
              </a:rPr>
              <a:t>Kumpulkan notebook (.ipynb) + screenshot hasil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212121"/>
                </a:solidFill>
                <a:latin typeface="Calibri"/>
              </a:rPr>
              <a:t>Customer Support + Bahasa Indonesia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31520"/>
            <a:ext cx="11612880" cy="731520"/>
          </a:xfrm>
          <a:prstGeom prst="roundRect">
            <a:avLst/>
          </a:prstGeom>
          <a:solidFill>
            <a:srgbClr val="FFF3E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Customer Support + Indonesian NLP | Kaggle +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1430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A: Support Tickets — kaggle.com/datasets/suraj520/customer-support-ticket-dataset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Load, embed, RAG, test 10 pertanyaan, filter category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B: Indonesian NLP — github.com/Wikidepia/indonesian_datasets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Berita Indonesia, chunk, embed, chatbot Bahasa Indonesia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all-MiniLM-L6-v2 support multilingual!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