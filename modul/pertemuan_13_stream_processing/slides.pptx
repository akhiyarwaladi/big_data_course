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Stream Processing &amp;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Real-time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Batch vs Stream, Kafka, Windowing.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Surge pricing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duckdb polars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random, json, time, defaultdict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Tanpa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Simulasi konsep dengan Python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Konsep sama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Producer, Consumer, Topic, Offset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Kafka asli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developer.confluent.io/courses/ (gratis)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Batch vs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Batch (P9-12)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Dikumpulkan, proses sekaligus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Latensi: menit-jam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Contoh: laporan, ETL, dbt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Analogi: mesin cuci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Stream (P13)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Proses SAAT TIBA (real-time)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Latensi: milidetik-detik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Contoh: notif, fraud, surge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Analogi: conveyor belt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Kafka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PRODUCER -&gt; TOPIC -&gt; CONSUMER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Producer: app, sensor, API, log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Topic: channel event (rides, payments)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Consumer: service yang memproses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Offset: bookmark (bisa replay!)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Decoupled: producer tidak tahu siapa consumer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Banyak consumer subscribe ke 1 topic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3 Jenis Windowing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1. TUMBLING: fixed, non-overlap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 [e1 e2 e3] [e4 e5 e6] 'total per 5 menit'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2. SLIDING: fixed, overlap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 [e1 e2 e3 e4] -&gt; [e3 e4 e5 e6] 'moving avg'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3. SESSION: gap-based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 [e1 e2 e3] --gap-- [e4 e5] 'browsing session'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20040"/>
            <a:ext cx="11521440" cy="6217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Event  Sourcing: Simpan SEMUA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286000" cy="27432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Tradisional: simpan saldo = Rp 1.000.000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Event sourcing: simpan SEMUA transaksi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Setor 5M, Tarik 2M, Transfer 500K, Belanja 2.5M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-&gt; Saldo = 5M-2M+500K-2.5M = 1M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Keuntungan: replay, audit, time travel!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Simulasi Kafka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class MessageBroker: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def __init__(self):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self.topics = defaultdict(list)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self.offsets = defaultdict(int)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def produce(self, topic, event):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self.topics[topic].append(event)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def consume(self, topic, group='default', batch=100):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key = f"{topic}:{group}"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start = self.offsets[key]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events = self.topics[topic][start:start+batch]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self.offsets[key] = start + len(events)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return events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broker = MessageBroker()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for _ in range(50000): broker.produce('social', gen())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events = broker.consume('social', batch=50000)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Konsep Producer/Consumer 100% sama dengan Kafka asli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Batch = terjadwal | Stream = real-time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Kafka: Producer -&gt; Topic -&gt; Consumer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Windowing: tumbling, sliding, session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Event Sourcing: simpan semua, replay!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Trending, Fraud detection, Deduplication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Kafka: kafka.apache.org/intro/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Confluent (GRATIS): developer.confluent.io/courses/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Sentiment140: kaggle.com/datasets/kazanova/sentiment140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Open-Meteo: open-meteo.com/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Twitter 1.6M + Weather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Sentiment140 1.6M + Open-Meteo API (gratis)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A: Sentiment140 — kaggle.com/datasets/kazanova/sentiment140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Producer CSV, Tumbling window sentiment, Alert if neg&gt;30%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B: Open-Meteo — open-meteo.com/ (GRATIS, no API key!)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5 kota Indonesia, anomaly detection suhu &gt; 35C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Sliding window moving average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